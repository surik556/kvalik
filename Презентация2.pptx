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21B85A-E468-4A3E-DADA-04888E68B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3AC01C-5F0E-D371-7639-288642EDB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DC9FEF-0CB1-2E5E-2F5A-CD625FB16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CDCC-70AE-904C-93DD-4430AE721F20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56C812-B1E3-AD16-1395-903D77EDA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2B396E-C126-EF02-2129-637FD2813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8CF-4843-8945-933E-6C1FA3AE04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71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5E35C3-3E40-0832-358A-15DEC8BA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C62353-2842-5DC5-118F-E590157D1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8E3B21-4D87-4357-66D2-4E64E1897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CDCC-70AE-904C-93DD-4430AE721F20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1295D3-4B6E-8DD7-9991-40C6B4AF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9EA380-AEE3-6C46-5366-DCD42CE3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8CF-4843-8945-933E-6C1FA3AE04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193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56D57-0178-66A6-9A59-0D74154B9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DD0513-2642-9AC5-24FD-E23EEE961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657A92-F50B-ABE8-99F8-D621C7D1E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CDCC-70AE-904C-93DD-4430AE721F20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B517FA-E83B-32E5-A0EC-94E9410C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FB775C-432B-A5EA-0614-F2665FC8E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8CF-4843-8945-933E-6C1FA3AE04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342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3570E-8779-002A-C52B-460E74C8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103369-1F63-D96E-CEF6-E7AE7BD980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08F629-8DBE-5B63-69C7-068DD7F30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656171-78F4-3752-044E-F90F98F79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CDCC-70AE-904C-93DD-4430AE721F20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D8FBF7-A9E7-31BE-62A7-562BD6E26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F4D54F-6160-D707-D59D-E4A5DE71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8CF-4843-8945-933E-6C1FA3AE04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444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FAF787-765F-C661-5080-C37AE18B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177E4C-B578-0E77-D69E-DCE009134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BC085C3-844E-74D9-6F44-FBC422B97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2E49A7-EAA8-DDCC-9D30-8624A28C5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2397B30-B97D-6771-414F-0F4FF9F470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1B6425-82A4-B8A1-3253-25723945B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CDCC-70AE-904C-93DD-4430AE721F20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1D179BB-C7A9-8B5E-FA5C-EB051DDB2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A1898A0-A89D-92B9-FD50-F406CED7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8CF-4843-8945-933E-6C1FA3AE04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6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8ECB4-B3E2-AB5F-0257-172B8EADB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275AA87-EE9F-EE59-B3EC-A2BAE03EF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CDCC-70AE-904C-93DD-4430AE721F20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272731D-BE68-CEF8-8697-23C30F0E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5BCB4E8-2D88-364E-58A3-4B85024A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8CF-4843-8945-933E-6C1FA3AE04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234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470A1A8-CCC8-EEEE-72BA-317B4CA8F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CDCC-70AE-904C-93DD-4430AE721F20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68F46D8-970E-184A-D722-A5AAF308C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FC1087-B7B9-DAFD-31BE-E35FFB20E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8CF-4843-8945-933E-6C1FA3AE04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749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95D39-A795-FB95-320B-308120D8E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3D11E4-BEC8-42A5-11D9-8F2F6AEEA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CDC908-3112-9ABB-8A3F-3CA93435F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491B35-D283-EB38-1FB2-11704A840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CDCC-70AE-904C-93DD-4430AE721F20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0316DB-32F5-8A63-045A-098D5B73B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97EF70-E1E2-FCFB-21A4-69867357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8CF-4843-8945-933E-6C1FA3AE04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52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2C7965-734C-A340-EE34-98FAC74D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247A93E-D466-01EF-AE36-BFE7559B76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203CCE-B9F5-2380-52C1-6AD6602C2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B1F492-F80D-0636-C4CB-A0332EEEC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CDCC-70AE-904C-93DD-4430AE721F20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A3D1AB-9714-EBA7-F3B5-5B58835FB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58707B-21D9-B44D-FCAD-584B3A2A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8CF-4843-8945-933E-6C1FA3AE04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40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9E065-AC0D-5065-D528-3AD34340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0A9A1F-43E9-BD12-20E2-7B4A8CAAD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3A30CF-63B9-CFE1-9D91-834C71D1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CDCC-70AE-904C-93DD-4430AE721F20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408D3C-B723-EFD3-D320-D6D5E0139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DC2D38-2335-A7E1-5116-5A3A6D7F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8CF-4843-8945-933E-6C1FA3AE04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774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D2F4AC9-CAF4-1A8E-59F6-449EDDCC8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7B306D-24CB-2EF4-7E42-B2CDE2E3A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CEDE48-71AB-AC60-7F2D-38C80F2C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CDCC-70AE-904C-93DD-4430AE721F20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67A526-01DD-1317-EE89-CD392CE1E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7C37DA-5754-6A69-87A8-ADA0868EF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458CF-4843-8945-933E-6C1FA3AE04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276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5BDEFA-D1F8-ADE5-D812-EDE524DD1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BD8BFA-89E7-9F64-952E-17BDD5F24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2AF0A7-FDDC-6A26-3693-55BCD14395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FCDCC-70AE-904C-93DD-4430AE721F20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0726E4-0F2A-6533-C824-A2BA95F02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5ECF4E-4E33-BA9E-085A-A900EB25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4458CF-4843-8945-933E-6C1FA3AE04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32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00320F-A508-63F4-8041-B11D1C960B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Приложение для </a:t>
            </a:r>
            <a:r>
              <a:rPr lang="en" dirty="0"/>
              <a:t>iPhone: </a:t>
            </a:r>
            <a:r>
              <a:rPr lang="ru-RU" dirty="0"/>
              <a:t>Отслеживание потребления воды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A07445-E634-8C63-0101-6E2D2A451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7842" y="6406116"/>
            <a:ext cx="4384158" cy="451884"/>
          </a:xfrm>
        </p:spPr>
        <p:txBody>
          <a:bodyPr/>
          <a:lstStyle/>
          <a:p>
            <a:r>
              <a:rPr lang="ru-RU" dirty="0"/>
              <a:t>Мейроян Сурен 401ИС-22</a:t>
            </a:r>
          </a:p>
        </p:txBody>
      </p:sp>
    </p:spTree>
    <p:extLst>
      <p:ext uri="{BB962C8B-B14F-4D97-AF65-F5344CB8AC3E}">
        <p14:creationId xmlns:p14="http://schemas.microsoft.com/office/powerpoint/2010/main" val="4277140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4E8970-AF0C-3666-66C7-DD60BAE0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 / Проблема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FB0386-BABE-773B-4F9E-9176CA6FA6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06979"/>
            <a:ext cx="1020902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Заголовок: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“Почему важно пить воду?”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Кратко: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Человек теряет 2–3 литра воды в день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Недостаток воды → усталость, снижение концентрации, головные боли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Многие забывают пить воду вовремя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Изображение: инфографика “симптомы обезвоживания”</a:t>
            </a:r>
          </a:p>
        </p:txBody>
      </p:sp>
    </p:spTree>
    <p:extLst>
      <p:ext uri="{BB962C8B-B14F-4D97-AF65-F5344CB8AC3E}">
        <p14:creationId xmlns:p14="http://schemas.microsoft.com/office/powerpoint/2010/main" val="3682919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CDDA7-93FA-BC02-B768-09FD4AF9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8A7499-1AA7-82EE-8D6F-BFECF6035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3529273"/>
            <a:ext cx="52578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Напоминания о питье воды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Отслеживание ежедневного потребления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Статистика и прогресс</a:t>
            </a:r>
          </a:p>
        </p:txBody>
      </p:sp>
      <p:pic>
        <p:nvPicPr>
          <p:cNvPr id="6" name="Рисунок 5" descr="Изображение выглядит как текст, снимок экрана, программное обеспечение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2F490FB-B3C1-CE54-BC40-EFCE2F1C1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657" y="0"/>
            <a:ext cx="3164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895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20983-F719-FEE7-C74F-E03FB8023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приложения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6C9F3E-B482-C0EC-5B2E-97ACEB0CB6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85457"/>
            <a:ext cx="5257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Улучшение здоровья и самочувствия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Повышение продуктивности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Формирование полезной привычки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Легкость использования на iPhone</a:t>
            </a:r>
          </a:p>
        </p:txBody>
      </p:sp>
      <p:pic>
        <p:nvPicPr>
          <p:cNvPr id="6" name="Рисунок 5" descr="Изображение выглядит как человек, ребенок, начинающий ходить, вода, Человеческое лиц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3663D8-3DC4-EB60-6422-E48070B72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786" y="2130520"/>
            <a:ext cx="6362362" cy="35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770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78</Words>
  <Application>Microsoft Macintosh PowerPoint</Application>
  <PresentationFormat>Широкоэкранный</PresentationFormat>
  <Paragraphs>18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Тема Office</vt:lpstr>
      <vt:lpstr>Приложение для iPhone: Отслеживание потребления воды</vt:lpstr>
      <vt:lpstr>Введение / Проблема</vt:lpstr>
      <vt:lpstr>Решение</vt:lpstr>
      <vt:lpstr>Преимущества приложения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t98399</dc:creator>
  <cp:lastModifiedBy>t98399</cp:lastModifiedBy>
  <cp:revision>1</cp:revision>
  <dcterms:created xsi:type="dcterms:W3CDTF">2025-12-23T20:19:04Z</dcterms:created>
  <dcterms:modified xsi:type="dcterms:W3CDTF">2025-12-23T20:23:10Z</dcterms:modified>
</cp:coreProperties>
</file>